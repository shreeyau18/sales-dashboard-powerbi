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58" d="100"/>
          <a:sy n="58" d="100"/>
        </p:scale>
        <p:origin x="988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237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774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284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194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031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939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729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4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6898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380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61986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11861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511801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8164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62297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5499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690F04-0111-4460-94E8-D754B42DF53F}" type="datetimeFigureOut">
              <a:rPr lang="en-IN" smtClean="0"/>
              <a:t>18-02-2026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DACDBD0-3B9E-4471-B445-ECB36F164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645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697C-4661-05A8-25E2-038B501DCB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Sales Dashboard Analysis – Power BI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68CBC3-98E3-A784-CADB-6FC2CFA21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448" y="4261866"/>
            <a:ext cx="9144000" cy="763133"/>
          </a:xfrm>
        </p:spPr>
        <p:txBody>
          <a:bodyPr/>
          <a:lstStyle/>
          <a:p>
            <a:r>
              <a:rPr lang="en-US" dirty="0"/>
              <a:t>Data Analyst Internship Task 4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3D86B2-8174-DA75-C814-7309CFFCCFAE}"/>
              </a:ext>
            </a:extLst>
          </p:cNvPr>
          <p:cNvSpPr txBox="1"/>
          <p:nvPr/>
        </p:nvSpPr>
        <p:spPr>
          <a:xfrm>
            <a:off x="1611086" y="5236029"/>
            <a:ext cx="89807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Shreeya U Shetty</a:t>
            </a:r>
          </a:p>
          <a:p>
            <a:r>
              <a:rPr lang="en-IN" dirty="0"/>
              <a:t>Tool used: Power BI </a:t>
            </a:r>
          </a:p>
        </p:txBody>
      </p:sp>
    </p:spTree>
    <p:extLst>
      <p:ext uri="{BB962C8B-B14F-4D97-AF65-F5344CB8AC3E}">
        <p14:creationId xmlns:p14="http://schemas.microsoft.com/office/powerpoint/2010/main" val="3707071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235C5-085D-2F89-5885-92F37FB18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6411E41-B8AC-7361-850B-AAC535887C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2059993"/>
            <a:ext cx="9812494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interactive sales dashboard using Power BI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analyze sales, profit, and order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help business stakeholders make data-driven decisions</a:t>
            </a:r>
          </a:p>
        </p:txBody>
      </p:sp>
    </p:spTree>
    <p:extLst>
      <p:ext uri="{BB962C8B-B14F-4D97-AF65-F5344CB8AC3E}">
        <p14:creationId xmlns:p14="http://schemas.microsoft.com/office/powerpoint/2010/main" val="2887850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83C9C-6C48-14BB-30B7-48F287179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7F24F-FC50-55EB-11A8-8F79A71E8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88613"/>
            <a:ext cx="8596668" cy="3880773"/>
          </a:xfrm>
        </p:spPr>
        <p:txBody>
          <a:bodyPr>
            <a:noAutofit/>
          </a:bodyPr>
          <a:lstStyle/>
          <a:p>
            <a:r>
              <a:rPr lang="en-US" sz="2400" b="1" dirty="0"/>
              <a:t>Content:</a:t>
            </a:r>
            <a:endParaRPr lang="en-US" sz="2400" dirty="0"/>
          </a:p>
          <a:p>
            <a:r>
              <a:rPr lang="en-US" sz="2400" dirty="0"/>
              <a:t>Sample Superstore Dataset</a:t>
            </a:r>
          </a:p>
          <a:p>
            <a:r>
              <a:rPr lang="en-US" sz="2400" dirty="0"/>
              <a:t>Contains:</a:t>
            </a:r>
          </a:p>
          <a:p>
            <a:pPr lvl="1"/>
            <a:r>
              <a:rPr lang="en-US" sz="2400" dirty="0"/>
              <a:t>Sales</a:t>
            </a:r>
          </a:p>
          <a:p>
            <a:pPr lvl="1"/>
            <a:r>
              <a:rPr lang="en-US" sz="2400" dirty="0"/>
              <a:t>Profit</a:t>
            </a:r>
          </a:p>
          <a:p>
            <a:pPr lvl="1"/>
            <a:r>
              <a:rPr lang="en-US" sz="2400" dirty="0"/>
              <a:t>Orders</a:t>
            </a:r>
          </a:p>
          <a:p>
            <a:pPr lvl="1"/>
            <a:r>
              <a:rPr lang="en-US" sz="2400" dirty="0"/>
              <a:t>Category</a:t>
            </a:r>
          </a:p>
          <a:p>
            <a:pPr lvl="1"/>
            <a:r>
              <a:rPr lang="en-US" sz="2400" dirty="0"/>
              <a:t>Region</a:t>
            </a:r>
          </a:p>
          <a:p>
            <a:pPr lvl="1"/>
            <a:r>
              <a:rPr lang="en-US" sz="2400" dirty="0"/>
              <a:t>Order Date</a:t>
            </a:r>
          </a:p>
          <a:p>
            <a:pPr lvl="1"/>
            <a:r>
              <a:rPr lang="en-US" sz="2400" dirty="0"/>
              <a:t>Customer Segment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95848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FF86-4989-442E-0328-381119B65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Dashboard Overview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969590-BAA9-3C01-1939-A57AA98E2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914" y="1825625"/>
            <a:ext cx="6487887" cy="4351338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0174665E-5F55-B437-5496-3C147063AEB5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966857" y="2020073"/>
            <a:ext cx="493122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cards show total sales, profit, orders, quantity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Line chart shows sales trend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Bar chart shows sales by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Pie chart shows sales by region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Slicer allows filtering by region</a:t>
            </a:r>
          </a:p>
        </p:txBody>
      </p:sp>
    </p:spTree>
    <p:extLst>
      <p:ext uri="{BB962C8B-B14F-4D97-AF65-F5344CB8AC3E}">
        <p14:creationId xmlns:p14="http://schemas.microsoft.com/office/powerpoint/2010/main" val="2050457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035D-D0B5-4E75-4776-BBD75D4F3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C6D4411-B1D5-1506-C9AF-BEB7D9BA00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4914" y="1874728"/>
            <a:ext cx="6130140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Technology category has highest sales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West region generates highest profit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Sales increased over time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Office supplies has highest quantity sold</a:t>
            </a:r>
          </a:p>
        </p:txBody>
      </p:sp>
    </p:spTree>
    <p:extLst>
      <p:ext uri="{BB962C8B-B14F-4D97-AF65-F5344CB8AC3E}">
        <p14:creationId xmlns:p14="http://schemas.microsoft.com/office/powerpoint/2010/main" val="1124731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06BAA-3CDC-C380-4B81-6BA7DFD73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594C28-5032-E520-1BF3-A7525D03A2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0485" y="1919968"/>
            <a:ext cx="7144905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Dashboard helps monitor business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filters improve analysis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Useful for business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344795518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137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Times New Roman</vt:lpstr>
      <vt:lpstr>Trebuchet MS</vt:lpstr>
      <vt:lpstr>Wingdings 3</vt:lpstr>
      <vt:lpstr>Facet</vt:lpstr>
      <vt:lpstr>Sales Dashboard Analysis – Power BI</vt:lpstr>
      <vt:lpstr>Objective</vt:lpstr>
      <vt:lpstr>Dataset Used</vt:lpstr>
      <vt:lpstr>Dashboard Overview</vt:lpstr>
      <vt:lpstr>Key Insights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SHREEYA U SHETTY - 210614032</dc:creator>
  <cp:lastModifiedBy>SHREEYA U SHETTY - 210614032</cp:lastModifiedBy>
  <cp:revision>1</cp:revision>
  <dcterms:created xsi:type="dcterms:W3CDTF">2026-02-18T07:47:11Z</dcterms:created>
  <dcterms:modified xsi:type="dcterms:W3CDTF">2026-02-18T07:53:58Z</dcterms:modified>
</cp:coreProperties>
</file>